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talk covers how I run several AI coding agents at once (Claude Code, Codex, Cursor) without losing track of them, and without them losing track of what I asked for.</a:t>
            </a:r>
          </a:p>
          <a:p/>
          <a:p>
            <a:r>
              <a:t>Three pieces: Herdr, a terminal workspace manager built for coding agents; a 5120×1440 ultrawide monitor; and precise language in the prompts.</a:t>
            </a:r>
          </a:p>
          <a:p/>
          <a:p>
            <a:r>
              <a:t>Everything here is written up in two companion articles in this repo (articles/01 and articles/02), and I'll publish them on compositecode.blog.</a:t>
            </a:r>
          </a:p>
          <a:p/>
          <a:p>
            <a:r>
              <a:t>Refs:</a:t>
            </a:r>
          </a:p>
          <a:p>
            <a:r>
              <a:t>- Herdr: https://herdr.dev</a:t>
            </a:r>
          </a:p>
          <a:p>
            <a:r>
              <a:t>- Blog: https://compositecode.blog/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tension. One agent is easy to manage: you watch it. Two is a pair. Past three, you're a zookeeper, and somebody has to know which animal is chewing on the fence.</a:t>
            </a:r>
          </a:p>
          <a:p/>
          <a:p>
            <a:r>
              <a:t>The real cost isn't agents doing the wrong thing. It's agents doing nothing, sitting at a yes/no question for twenty minutes because they don't tap you on the shoulder. Wall-clock time is the most expensive resource in the whole setup.</a:t>
            </a:r>
          </a:p>
          <a:p/>
          <a:p>
            <a:r>
              <a:t>Pause here. Let it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5120×1440 ultrawide: one Herdr window, one space (ledger-service), the implementation tab. Two agents side by side, and a diffstat stacked over a shell on the right.</a:t>
            </a:r>
          </a:p>
          <a:p/>
          <a:p>
            <a:r>
              <a:t>The middle agent is blocked. It's asking me a scoping question. We'll come back to exactly why it stopped; that's the payoff of the second half of the talk.</a:t>
            </a:r>
          </a:p>
          <a:p/>
          <a:p>
            <a:r>
              <a:t>For now, just notice that everything is on screen at once and nothing is hidden behind a tab.</a:t>
            </a:r>
          </a:p>
          <a:p/>
          <a:p>
            <a:r>
              <a:t>All screenshots were captured on Herdr 0.8.0 in an isolated named session against throwaway demo repos, with Claude Code in plan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Herdr is, in four lines.</a:t>
            </a:r>
          </a:p>
          <a:p/>
          <a:p>
            <a:r>
              <a:t>1. It's built for running AI coding agents: Claude Code, Codex, Cursor's agent, Copilot CLI, OpenCode, Devin, and more.</a:t>
            </a:r>
          </a:p>
          <a:p>
            <a:r>
              <a:t>2. A single Rust binary. No Electron. It runs inside iTerm, Ghostty, WezTerm, kitty, Alacritty, even inside tmux.</a:t>
            </a:r>
          </a:p>
          <a:p>
            <a:r>
              <a:t>3. Client/server. A background server owns the terminals; the window is just a client. Close it, drop SSH, and everything keeps running. (While making these screenshots the demo window got closed mid-run; every agent was still there on reattach.)</a:t>
            </a:r>
          </a:p>
          <a:p>
            <a:r>
              <a:t>4. Agent-state detection. That's the point, and it's coming up.</a:t>
            </a:r>
          </a:p>
          <a:p/>
          <a:p>
            <a:r>
              <a:t>Install: brew install herdr, or curl -fsSL https://herdr.dev/install.sh | sh</a:t>
            </a:r>
          </a:p>
          <a:p/>
          <a:p>
            <a:r>
              <a:t>Refs:</a:t>
            </a:r>
          </a:p>
          <a:p>
            <a:r>
              <a:t>- https://herdr.dev</a:t>
            </a:r>
          </a:p>
          <a:p>
            <a:r>
              <a:t>- https://herdr.dev/docs/install/</a:t>
            </a:r>
          </a:p>
          <a:p>
            <a:r>
              <a:t>- https://github.com/herdrdev/herdr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nouns, straight from the Herdr concepts page.</a:t>
            </a:r>
          </a:p>
          <a:p/>
          <a:p>
            <a:r>
              <a:t>- Session: a persistent server namespace. `herdr` attaches to the default; `herdr --session name` gives you an isolated one.</a:t>
            </a:r>
          </a:p>
          <a:p>
            <a:r>
              <a:t>- Workspace (the sidebar calls them spaces): "the top-level project container. Use one workspace per repo, task, or investigation."</a:t>
            </a:r>
          </a:p>
          <a:p>
            <a:r>
              <a:t>- Tab: "a layout inside a workspace."</a:t>
            </a:r>
          </a:p>
          <a:p>
            <a:r>
              <a:t>- Pane: "a real terminal."</a:t>
            </a:r>
          </a:p>
          <a:p/>
          <a:p>
            <a:r>
              <a:t>If you know tmux, you already have most of this model. The difference is what Herdr knows about what's running in each pane.</a:t>
            </a:r>
          </a:p>
          <a:p/>
          <a:p>
            <a:r>
              <a:t>Ref: https://herdr.dev/docs/concepts/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sidebar. Spaces up top, every agent across every space listed below with a state dot.</a:t>
            </a:r>
          </a:p>
          <a:p/>
          <a:p>
            <a:r>
              <a:t>- Blocked: needs input, approval, or a decision. This is the one you care about.</a:t>
            </a:r>
          </a:p>
          <a:p>
            <a:r>
              <a:t>- Working: chewing.</a:t>
            </a:r>
          </a:p>
          <a:p>
            <a:r>
              <a:t>- Done: finished, and you haven't looked yet.</a:t>
            </a:r>
          </a:p>
          <a:p>
            <a:r>
              <a:t>- Idle: finished, and you have looked.</a:t>
            </a:r>
          </a:p>
          <a:p>
            <a:r>
              <a:t>- Unknown: Herdr can't tell, usually a plain shell.</a:t>
            </a:r>
          </a:p>
          <a:p/>
          <a:p>
            <a:r>
              <a:t>This is the shoulder tap agents never gave me.</a:t>
            </a:r>
          </a:p>
          <a:p/>
          <a:p>
            <a:r>
              <a:t>Tip: run `herdr integration install claude` (or codex, copilot, opencode…) so the agent reports its own lifecycle through a hook instead of Herdr inferring it from the screen. `herdr integration status` shows what's wired.</a:t>
            </a:r>
          </a:p>
          <a:p/>
          <a:p>
            <a:r>
              <a:t>Refs:</a:t>
            </a:r>
          </a:p>
          <a:p>
            <a:r>
              <a:t>- https://herdr.dev/docs/concepts/</a:t>
            </a:r>
          </a:p>
          <a:p>
            <a:r>
              <a:t>- https://herdr.dev/docs/agents/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one. Every folder I'm actively working in gets a space, named after the folder. Today that's about ten: interlinedlist plus its iOS, macOS, Windows, and Android siblings, an architecture migration, a couple of other projects, and this repo.</a:t>
            </a:r>
          </a:p>
          <a:p/>
          <a:p>
            <a:r>
              <a:t>Why folders? Because an agent's working directory is the edge of its universe. The space draws the same boundary the agent already lives in, and makes it visible to me.</a:t>
            </a:r>
          </a:p>
          <a:p/>
          <a:p>
            <a:r>
              <a:t>There's no 'misc' space. Misc is where context goes to die.</a:t>
            </a:r>
          </a:p>
          <a:p/>
          <a:p>
            <a:r>
              <a:t>My config even sorts the agent list by space: agent_panel_sort = "spaces".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 space, transit-tracker, with its own implementation tab. Different folder, different agent, different world.</a:t>
            </a:r>
          </a:p>
          <a:p/>
          <a:p>
            <a:r>
              <a:t>The sidebar is a direct readout of my working memory. If a folder isn't in it, I'm not working on it. When I'm done with a folder, the space goes away.</a:t>
            </a:r>
          </a:p>
          <a:p/>
          <a:p>
            <a:r>
              <a:t>This is mostly for my own mental organization. The agents don't care what the sidebar looks like. I do.</a:t>
            </a:r>
          </a:p>
          <a:p/>
          <a:p>
            <a:r>
              <a:t>Related: when two agents need the same repo at once, each gets a git worktree, which is just another folder, so another space. `herdr worktree create` does it directly.</a:t>
            </a:r>
          </a:p>
          <a:p>
            <a:r>
              <a:t>Ref: https://compositecode.blog/2026/08/19/worktrees/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two. Tabs aren't 'more room.' Tabs are modes, and each one is a different verb.</a:t>
            </a:r>
          </a:p>
          <a:p/>
          <a:p>
            <a:r>
              <a:t>- domain-modeling: the agent thinks and doesn't type. Plan mode. Glossary and domain notes open beside it.</a:t>
            </a:r>
          </a:p>
          <a:p>
            <a:r>
              <a:t>- implementation: the agent changes code inside an explicit scope, after an approved plan.</a:t>
            </a:r>
          </a:p>
          <a:p>
            <a:r>
              <a:t>- pr-reviews: the agent reads the diff and reports findings. It doesn't fix.</a:t>
            </a:r>
          </a:p>
          <a:p/>
          <a:p>
            <a:r>
              <a:t>What I'm designing against is verb drift: a reviewer that slides into rewriting the module. The tab is the line it has to cross, drawn on screen.</a:t>
            </a:r>
          </a:p>
          <a:p/>
          <a:p>
            <a:r>
              <a:t>It also switches my own hat. When I land on a tab called pr-reviews, I'm in review mode before I read a word.</a:t>
            </a:r>
          </a:p>
          <a:p/>
          <a:p>
            <a:r>
              <a:t>Ref: Ask, Plan, Confirm: https://compositecode.blog/2026/08/20/plan-then-build/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Domain-modeling tab in ledger-service. One agent column on the left. On the right, the domain notes and the entity code on top, git history below.</a:t>
            </a:r>
          </a:p>
          <a:p/>
          <a:p>
            <a:r>
              <a:t>The agent was asked to describe a Posting aggregate using only Account, Entry, Journal, Posting, never 'transaction', and not to write code. We'll zoom in on the result later.</a:t>
            </a:r>
          </a:p>
          <a:p/>
          <a:p>
            <a:r>
              <a:t>The reference panes aren't decoration. They're there so I can check the agent's vocabulary against the agreed vocabulary without switching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tab. Two agents, each fenced to a different slice of the code: one planning tests for Posting.Validate, one planning a CLI entrypoint in cmd/main.go only.</a:t>
            </a:r>
          </a:p>
          <a:p/>
          <a:p>
            <a:r>
              <a:t>On the right, a diffstat over a shell, so I can see what actually changed, not what the agent says changed.</a:t>
            </a:r>
          </a:p>
          <a:p/>
          <a:p>
            <a:r>
              <a:t>In real work, parallel implementation agents on one repo each get their own worktree and branch.</a:t>
            </a:r>
          </a:p>
          <a:p>
            <a:r>
              <a:t>Ref: https://compositecode.blog/2026/08/19/worktrees/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PR-reviews tab. Reviewer on the left, raw diff on the right.</a:t>
            </a:r>
          </a:p>
          <a:p/>
          <a:p>
            <a:r>
              <a:t>Every file:line the reviewer cites can be checked by moving my eyes and nothing else. Trust, but keep the evidence in the same field of view.</a:t>
            </a:r>
          </a:p>
          <a:p/>
          <a:p>
            <a:r>
              <a:t>The reviewer is read-only. If I want a fix, that's a new, scoped task in the implementation 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three, about panes.</a:t>
            </a:r>
          </a:p>
          <a:p/>
          <a:p>
            <a:r>
              <a:t>Agents produce long, structured output (plans, findings, tables), so they get full-height vertical splits, side by side: prefix v.</a:t>
            </a:r>
          </a:p>
          <a:p/>
          <a:p>
            <a:r>
              <a:t>Shells, test runners, git log, and diffstats are glanceable, so they get short horizontal splits stacked in a utility column: prefix minus.</a:t>
            </a:r>
          </a:p>
          <a:p/>
          <a:p>
            <a:r>
              <a:t>One pane is one agent, one context window, one job. When the job is done, end the conversation. New job, new agent, clean context.</a:t>
            </a:r>
          </a:p>
          <a:p/>
          <a:p>
            <a:r>
              <a:t>Keys (prefix is ctrl+b): v split vertical, - split horizontal, h/j/k/l move, z zoom, r resize, c new tab, shift+n new space, w space picker, b sidebar, q detach, ? help.</a:t>
            </a:r>
          </a:p>
          <a:p>
            <a:r>
              <a:t>Ref: https://herdr.dev/docs/configuration/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cheat code. A 5120×1440 ultrawide: two 2560×1440 screens fused, no bezel in the middle.</a:t>
            </a:r>
          </a:p>
          <a:p/>
          <a:p>
            <a:r>
              <a:t>At normal terminal font sizes that's three or four full-height agent columns, plus a utility column, plus the sidebar, all visible at once.</a:t>
            </a:r>
          </a:p>
          <a:p/>
          <a:p>
            <a:r>
              <a:t>The next two slides show the same tab at both widths.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implementation tab at 2560×1440, a normal 16:9 screen.</a:t>
            </a:r>
          </a:p>
          <a:p/>
          <a:p>
            <a:r>
              <a:t>Workable. Tight. Two agents and a utility column, and you're already making choices. Add a third agent and you're zooming panes in and out all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tab on the full ultrawide.</a:t>
            </a:r>
          </a:p>
          <a:p/>
          <a:p>
            <a:r>
              <a:t>The difference isn't 'more stuff.' It's that nothing is hidden. A blocked agent costs you time silently. Herdr's sidebar tells you THAT something is blocked; having it physically on screen tells you WHY, in peripheral vision, without moving.</a:t>
            </a:r>
          </a:p>
          <a:p/>
          <a:p>
            <a:r>
              <a:t>The less effort it takes to notice, the shorter the stall.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Turn. Everything so far is plumbing. The water is language.</a:t>
            </a:r>
          </a:p>
          <a:p/>
          <a:p>
            <a:r>
              <a:t>A vague word in a chat gets you a vague paragraph. A vague word in an agent prompt gets you a nine-file diff.</a:t>
            </a:r>
          </a:p>
          <a:p/>
          <a:p>
            <a:r>
              <a:t>I've written about this before:</a:t>
            </a:r>
          </a:p>
          <a:p>
            <a:r>
              <a:t>- Precision in Words, Precision in Code: https://compositecode.blog/2024/12/09/precision-in-words-precision-in-code-the-power-of-writing-in-modern-development/</a:t>
            </a:r>
          </a:p>
          <a:p>
            <a:r>
              <a:t>- AI Prompt Engineering: Mastering Language Constructs: https://compositecode.blog/2025/02/25/ai-prompt-engineering-mastering-language-constructs/</a:t>
            </a:r>
          </a:p>
          <a:p/>
          <a:p>
            <a:r>
              <a:t>The next three slides are real prompts and real responses from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Prompt: "Read docs/domain.md and internal/ledger/entry.go. Using only the domain terms Account, Entry, Journal, and Posting (never 'transaction'), describe a Posting aggregate: its invariants, what it owns, and what it must reject. Do not write code."</a:t>
            </a:r>
          </a:p>
          <a:p/>
          <a:p>
            <a:r>
              <a:t>Accurate language means the same word means the same thing every time: docs, code, prompt, review. That's ubiquitous language from DDD. Agents need it more than people do, because they fill every gap with the statistically likely meaning, which is rarely yours.</a:t>
            </a:r>
          </a:p>
          <a:p/>
          <a:p>
            <a:r>
              <a:t>'Transaction' is banned because in a ledger it's overloaded: a database transaction, a business event, a statement line.</a:t>
            </a:r>
          </a:p>
          <a:p/>
          <a:p>
            <a:r>
              <a:t>Result: the model stays inside the vocabulary AND marks which rules it inferred versus which came from the repo.</a:t>
            </a:r>
          </a:p>
          <a:p/>
          <a:p>
            <a:r>
              <a:t>Refs:</a:t>
            </a:r>
          </a:p>
          <a:p>
            <a:r>
              <a:t>- Notes repos, where the glossary lives: https://compositecode.blog/2026/09/25/notes-repos-as-shared-project-context/</a:t>
            </a:r>
          </a:p>
          <a:p>
            <a:r>
              <a:t>- Fowler, Ubiquitous Language: https://martinfowler.com/bliki/UbiquitousLanguage.html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Prompt: "Scope: cmd/main.go only. Plan a minimal CLI entrypoint that loads a Journal from a JSON file and prints the balance per Account. Do not touch internal/ledger. Keep the planned diff under 50 lines."</a:t>
            </a:r>
          </a:p>
          <a:p/>
          <a:p>
            <a:r>
              <a:t>Scope is the first word. Positive fence, negative fence, size as a number.</a:t>
            </a:r>
          </a:p>
          <a:p/>
          <a:p>
            <a:r>
              <a:t>The repo had no go.mod, so staying in scope needed a decision. An unfenced agent adds a module, rewires imports, and stubs types in the package I fenced off. This one stopped, went blocked, recommended the in-scope option, and called the other option out of scope.</a:t>
            </a:r>
          </a:p>
          <a:p/>
          <a:p>
            <a:r>
              <a:t>Herdr flagged it. The ultrawide showed it. One keystroke to answer.</a:t>
            </a:r>
          </a:p>
          <a:p/>
          <a:p>
            <a:r>
              <a:t>Ref: Hurting or Helping Devs? (scope and diff limits): https://compositecode.blog/2026/04/15/hurting-or-helping-devs/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Prompt: "Review the diff main...feature/posting-aggregate. Classify every change as additive, mutative, or destructive. Flag any naming that drifts from docs/domain.md. Report findings as a numbered list with file:line. Do not propose rewrites outside the diff."</a:t>
            </a:r>
          </a:p>
          <a:p/>
          <a:p>
            <a:r>
              <a:t>Precise verbs: plan, implement, review, and fix are different jobs. Review doesn't mean fix.</a:t>
            </a:r>
          </a:p>
          <a:p/>
          <a:p>
            <a:r>
              <a:t>Specify the output shape (numbered, file:line) so it can be checked against the diff pane next door.</a:t>
            </a:r>
          </a:p>
          <a:p/>
          <a:p>
            <a:r>
              <a:t>Because the question was precise, the reviewer had attention to spare. It flagged that any Direction other than exactly "debit" counts as a credit, and that an empty Posting validates as balanced. That's behavioral drift, the quiet kind.</a:t>
            </a:r>
          </a:p>
          <a:p/>
          <a:p>
            <a:r>
              <a:t>Ref: Additive vs. Mutative vs. Destructive Code Changes: https://compositecode.blog/2026/02/12/additive-vs-mutative-vs-destructive-code-changes-and-why-ai-agents-love-the-wrong-one-at-213am/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template I use for Claude Code, Codex, and Cursor alike:</a:t>
            </a:r>
          </a:p>
          <a:p/>
          <a:p>
            <a:r>
              <a:t>Scope: &lt;paths&gt; only. Do not touch: &lt;paths&gt;.</a:t>
            </a:r>
          </a:p>
          <a:p>
            <a:r>
              <a:t>Context: Read &lt;files / glossary / plan&gt;. Use the terms &lt;A, B, C&gt;; never &lt;overloaded term&gt;.</a:t>
            </a:r>
          </a:p>
          <a:p>
            <a:r>
              <a:t>Task (plan | implement | review): &lt;one sentence, one job&gt;.</a:t>
            </a:r>
          </a:p>
          <a:p>
            <a:r>
              <a:t>Constraints: additive only | under N lines | no new dependencies | tests first.</a:t>
            </a:r>
          </a:p>
          <a:p>
            <a:r>
              <a:t>Output: numbered list | file:line | severity first | test names first.</a:t>
            </a:r>
          </a:p>
          <a:p>
            <a:r>
              <a:t>If anything above is ambiguous or blocks you, stop and ask.</a:t>
            </a:r>
          </a:p>
          <a:p/>
          <a:p>
            <a:r>
              <a:t>The last line matters most. It turns 'the agent is stuck' from a silent failure into a blocked state, and Herdr turns that into a dot I can see from across the room.</a:t>
            </a:r>
          </a:p>
          <a:p/>
          <a:p>
            <a:r>
              <a:t>Front-load context instead of looping for it:</a:t>
            </a:r>
          </a:p>
          <a:p>
            <a:r>
              <a:t>- Loop Engineering post: https://compositecode.blog/2026/07/15/loop-engineering-is-mostly-just-broken-sdlc-wearing-a-costume/</a:t>
            </a:r>
          </a:p>
          <a:p>
            <a:r>
              <a:t>- Agent-ready environments: https://compositecode.blog/2026/09/24/agent-ready-local-environments-and-mcp/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gate. No edits until the agent has asked what it needs to ask, shown a plan, and gotten a yes. Approval is scoped to the plan that was approved; if the work grows past it, the agent re-plans.</a:t>
            </a:r>
          </a:p>
          <a:p/>
          <a:p>
            <a:r>
              <a:t>Backed by tooling: agents start in plan mode (claude --permission-mode plan; Codex and Cursor have their own read-only and ask-first modes).</a:t>
            </a:r>
          </a:p>
          <a:p/>
          <a:p>
            <a:r>
              <a:t>My side of the loop:</a:t>
            </a:r>
          </a:p>
          <a:p>
            <a:r>
              <a:t>- Blocked: answer in place. If the answer is a decision, write it into the notes repo.</a:t>
            </a:r>
          </a:p>
          <a:p>
            <a:r>
              <a:t>- Done: check the output against the evidence pane. Approve, correct, or open a scoped fix in the implementation tab.</a:t>
            </a:r>
          </a:p>
          <a:p>
            <a:r>
              <a:t>- Job finished: end that conversation.</a:t>
            </a:r>
          </a:p>
          <a:p/>
          <a:p>
            <a:r>
              <a:t>Ref: https://compositecode.blog/2026/08/20/plan-then-build/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Getting started takes three lines: install, launch, open help.</a:t>
            </a:r>
          </a:p>
          <a:p/>
          <a:p>
            <a:r>
              <a:t>Then:</a:t>
            </a:r>
          </a:p>
          <a:p>
            <a:r>
              <a:t>- Make a space per folder you're working in (prefix shift+n, or herdr workspace create --cwd &lt;dir&gt; --label &lt;name&gt;).</a:t>
            </a:r>
          </a:p>
          <a:p>
            <a:r>
              <a:t>- Name tabs for the kind of work (prefix shift+t).</a:t>
            </a:r>
          </a:p>
          <a:p>
            <a:r>
              <a:t>- Agents tall (prefix v), shells short (prefix -).</a:t>
            </a:r>
          </a:p>
          <a:p>
            <a:r>
              <a:t>- herdr integration install claude (and codex, etc.) for accurate state dots.</a:t>
            </a:r>
          </a:p>
          <a:p/>
          <a:p>
            <a:r>
              <a:t>Worst case, you've got a nice tmux. Best case, you stop finding agents that have been patiently blocked since lunch.</a:t>
            </a:r>
          </a:p>
          <a:p/>
          <a:p>
            <a:r>
              <a:t>Refs:</a:t>
            </a:r>
          </a:p>
          <a:p>
            <a:r>
              <a:t>- https://herdr.dev/docs/quick-start/</a:t>
            </a:r>
          </a:p>
          <a:p>
            <a:r>
              <a:t>- https://herdr.dev/docs/configuration/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boundaries on screen. Draw them again in words. Then let the agents work.</a:t>
            </a:r>
          </a:p>
          <a:p/>
          <a:p>
            <a:r>
              <a:t>Articles and every screenshot are in this repo:</a:t>
            </a:r>
          </a:p>
          <a:p>
            <a:r>
              <a:t>- articles/01-herding-agents-with-herdr.md</a:t>
            </a:r>
          </a:p>
          <a:p>
            <a:r>
              <a:t>- articles/02-why-i-break-it-out-this-way.md</a:t>
            </a:r>
          </a:p>
          <a:p>
            <a:r>
              <a:t>- images/</a:t>
            </a:r>
          </a:p>
          <a:p/>
          <a:p>
            <a:r>
              <a:t>Refs:</a:t>
            </a:r>
          </a:p>
          <a:p>
            <a:r>
              <a:t>- https://herdr.dev</a:t>
            </a:r>
          </a:p>
          <a:p>
            <a:r>
              <a:t>- https://github.com/herdrdev/herdr</a:t>
            </a:r>
          </a:p>
          <a:p>
            <a:r>
              <a:t>- https://compositecode.blog/</a:t>
            </a:r>
          </a:p>
          <a:p>
            <a:r>
              <a:t>- Garr Reynolds, Presentation Zen (the style this deck follows): https://garrreynolds.com/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1600200"/>
            <a:ext cx="10972525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1600200"/>
            <a:ext cx="10972525" cy="452596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Herding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Herdr, an ultrawide, and precise words</a:t>
            </a:r>
          </a:p>
          <a:p>
            <a:r>
              <a:t>Adron Hall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agent is a tool.</a:t>
            </a:r>
          </a:p>
          <a:p>
            <a:r>
              <a:t>Six is a zoo.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normal Tuesday</a:t>
            </a:r>
          </a:p>
        </p:txBody>
      </p:sp>
      <p:pic>
        <p:nvPicPr>
          <p:cNvPr id="3" name="Picture 2" descr="03-ultrawide-agent-blocked-on-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Herdr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Terminal workspace manager for coding agents</a:t>
            </a:r>
          </a:p>
          <a:p>
            <a:r>
              <a:t>One Rust binary, runs in your terminal</a:t>
            </a:r>
          </a:p>
          <a:p>
            <a:r>
              <a:t>Detach anytime, agents keep working</a:t>
            </a:r>
          </a:p>
          <a:p>
            <a:r>
              <a:t>Knows when an agent needs you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› Space › Tab › Pane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0"/>
            <a:ext cx="6858000" cy="2286000"/>
          </a:xfrm>
        </p:spPr>
        <p:txBody>
          <a:bodyPr/>
          <a:lstStyle/>
          <a:p>
            <a:r>
              <a:t>Blocked. Working. Done. Idle.</a:t>
            </a:r>
          </a:p>
        </p:txBody>
      </p:sp>
      <p:pic>
        <p:nvPicPr>
          <p:cNvPr id="3" name="Picture 2" descr="08-crop-sidebar-spaces-and-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4407" y="457200"/>
            <a:ext cx="79808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space per folder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Spaces mirror my head</a:t>
            </a:r>
          </a:p>
        </p:txBody>
      </p:sp>
      <p:pic>
        <p:nvPicPr>
          <p:cNvPr id="3" name="Picture 2" descr="05-ultrawide-second-space-imple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tab per kind of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domain-modeling: think</a:t>
            </a:r>
          </a:p>
          <a:p>
            <a:r>
              <a:t>implementation: change</a:t>
            </a:r>
          </a:p>
          <a:p>
            <a:r>
              <a:t>pr-reviews: judge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domain-modeling</a:t>
            </a:r>
          </a:p>
        </p:txBody>
      </p:sp>
      <p:pic>
        <p:nvPicPr>
          <p:cNvPr id="3" name="Picture 2" descr="01-ultrawide-domain-modeling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</a:t>
            </a:r>
          </a:p>
        </p:txBody>
      </p:sp>
      <p:pic>
        <p:nvPicPr>
          <p:cNvPr id="3" name="Picture 2" descr="02-ultrawide-implementation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pr-reviews</a:t>
            </a:r>
          </a:p>
        </p:txBody>
      </p:sp>
      <p:pic>
        <p:nvPicPr>
          <p:cNvPr id="3" name="Picture 2" descr="04-ultrawide-pr-reviews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Tall for agents.</a:t>
            </a:r>
          </a:p>
          <a:p>
            <a:r>
              <a:t>Short for shells.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32:9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5120 × 1440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Half the screen</a:t>
            </a:r>
          </a:p>
        </p:txBody>
      </p:sp>
      <p:pic>
        <p:nvPicPr>
          <p:cNvPr id="3" name="Picture 2" descr="07-half-ultrawide-implementation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2185" y="1554798"/>
            <a:ext cx="8767325" cy="484600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whole screen</a:t>
            </a:r>
          </a:p>
        </p:txBody>
      </p:sp>
      <p:pic>
        <p:nvPicPr>
          <p:cNvPr id="3" name="Picture 2" descr="02-ultrawide-implementation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19462"/>
            <a:ext cx="11277295" cy="311667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Words are the interface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the glossary. Ban the rest.</a:t>
            </a:r>
          </a:p>
        </p:txBody>
      </p:sp>
      <p:pic>
        <p:nvPicPr>
          <p:cNvPr id="3" name="Picture 2" descr="11-crop-domain-model-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99" y="1554798"/>
            <a:ext cx="10643897" cy="484600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 first</a:t>
            </a:r>
          </a:p>
        </p:txBody>
      </p:sp>
      <p:pic>
        <p:nvPicPr>
          <p:cNvPr id="3" name="Picture 2" descr="09-crop-agent-asks-about-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21171"/>
            <a:ext cx="11277295" cy="371325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Review means review</a:t>
            </a:r>
          </a:p>
        </p:txBody>
      </p:sp>
      <p:pic>
        <p:nvPicPr>
          <p:cNvPr id="3" name="Picture 2" descr="10-crop-pr-review-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10834"/>
            <a:ext cx="11277295" cy="293393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prompt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Scope</a:t>
            </a:r>
          </a:p>
          <a:p>
            <a:r>
              <a:t>Context and vocabulary</a:t>
            </a:r>
          </a:p>
          <a:p>
            <a:r>
              <a:t>One verb, one job</a:t>
            </a:r>
          </a:p>
          <a:p>
            <a:r>
              <a:t>Constraints as numbers</a:t>
            </a:r>
          </a:p>
          <a:p>
            <a:r>
              <a:t>Output shape</a:t>
            </a:r>
          </a:p>
          <a:p>
            <a:r>
              <a:t>If blocked, stop and ask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Ask. Plan. Confirm.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Try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brew install herdr</a:t>
            </a:r>
          </a:p>
          <a:p>
            <a:r>
              <a:t>herdr</a:t>
            </a:r>
          </a:p>
          <a:p>
            <a:r>
              <a:t>ctrl+b  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herdr.dev</a:t>
            </a:r>
          </a:p>
          <a:p>
            <a:r>
              <a:t>compositecode.blog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Herding Agents</dc:title>
  <dc:subject/>
  <dc:creator>Adron Hall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